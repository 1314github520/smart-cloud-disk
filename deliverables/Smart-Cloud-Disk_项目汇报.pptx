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能力项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用户系统</c:v>
                  </c:pt>
                  <c:pt idx="1">
                    <c:v>文件管理</c:v>
                  </c:pt>
                  <c:pt idx="2">
                    <c:v>多媒体</c:v>
                  </c:pt>
                  <c:pt idx="3">
                    <c:v>传输管理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0"/>
            <a:ext cx="3703320" cy="5148072"/>
          </a:xfrm>
          <a:prstGeom prst="rect">
            <a:avLst/>
          </a:prstGeom>
          <a:solidFill>
            <a:srgbClr val="0B2037"/>
          </a:solidFill>
          <a:ln w="12700">
            <a:solidFill>
              <a:srgbClr val="0B20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206240"/>
            <a:ext cx="10058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98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F3FC"/>
                </a:solidFill>
              </a:rPr>
              <a:t>Smart Cloud Disk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1143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项目汇报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AF7"/>
                </a:solidFill>
              </a:rPr>
              <a:t>面向私有云盘场景的 Android 移动端文件管理应用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46888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</a:rPr>
              <a:t>聚焦用户空间隔离、本地秒级搜索、多媒体预览、上传下载管理与 2FA 安全增强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324612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DFF7F5"/>
          </a:solidFill>
          <a:ln w="12700">
            <a:solidFill>
              <a:srgbClr val="DFF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101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Android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324612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33101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5985"/>
                </a:solidFill>
              </a:rPr>
              <a:t>WebDAV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62656" y="324612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331012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Room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3632" y="324612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33101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</a:rPr>
              <a:t>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713232"/>
            <a:ext cx="2514600" cy="2514600"/>
          </a:xfrm>
          <a:prstGeom prst="rect">
            <a:avLst/>
          </a:prstGeom>
          <a:solidFill>
            <a:srgbClr val="173857"/>
          </a:solidFill>
          <a:ln w="12700">
            <a:solidFill>
              <a:srgbClr val="17385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0" descr="E:\PROJECT\github_project\cloud\Smart-Cloud-Disk\app\src\main\my_ic-play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115568"/>
            <a:ext cx="1645920" cy="1645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806440" y="3456432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3456432"/>
            <a:ext cx="73152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07608" y="362102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汇报重点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07608" y="39319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产品定位、核心功能、技术架构、工程亮点与后续规划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8368" y="45079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D9"/>
                </a:solidFill>
              </a:rPr>
              <a:t>生成时间  2026/5/18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PROJECT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项目概览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以 Android 客户端为载体，连接私有 WebDAV 与后端服务，完成云端文件管理闭环。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2064" y="1463040"/>
            <a:ext cx="38404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项目定位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CloudDisk 是一款面向私有云盘场景的移动端应用。它将登录注册、文件浏览、上传下载、多媒体预览与本地索引整合到统一入口，兼顾可用性、性能与扩展性。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852928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用户登录后直接进入个人专属目录，完成数据隔离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Room 本地索引支撑秒级搜索与容量统计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支持图片、音频、视频等多媒体内容就地预览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上传下载任务可视化，体验接近真实云盘产品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1691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9744" y="168249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Android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9744" y="2084832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客户端平台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73952" y="1572768"/>
            <a:ext cx="1691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0256" y="168249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985"/>
                </a:solidFill>
              </a:rPr>
              <a:t>WebDAV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0256" y="2084832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远端存储协议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715768"/>
            <a:ext cx="1691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282549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Room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9744" y="3227832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本地索引与缓存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73952" y="2715768"/>
            <a:ext cx="1691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0256" y="282549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1TB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0256" y="3227832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单用户空间配额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FEATURE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功能全景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功能模块围绕“账号、文件、媒体、传输、搜索、安全”六条主线展开。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08760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7335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用户系统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1984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开屏路由、登录注册、账号注销、2FA 管理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67335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文件管理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1984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目录递归浏览、批量删除/移动、新建文件夹、容量监控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16752" y="150876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1508760"/>
            <a:ext cx="73152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7335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多媒体中心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84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图片缩放翻页、音频后台播放、视频横屏全屏预览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74320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743200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9077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传输任务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" y="32186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上传进度、下载管理、上传前容量校验、任务列表追踪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743200"/>
            <a:ext cx="73152" cy="10241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9077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本地索引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93008" y="32186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Room 保存文件索引，支撑关键词搜索与容量统计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16752" y="274320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16752" y="2743200"/>
            <a:ext cx="73152" cy="10241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077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AI 助手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32186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基于本地索引选择关联文件，对接后端智能问答接口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核心能力分布（按 README 列出的能力项统计）</a:t>
            </a:r>
            <a:endParaRPr lang="en-US" sz="10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94360" y="4279392"/>
          <a:ext cx="7955280" cy="566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CORE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核心业务流程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从登录到文件消费形成闭环，用户既能管理文件，也能围绕文件进行搜索、播放与智能交互。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2304288"/>
            <a:ext cx="7388352" cy="0"/>
          </a:xfrm>
          <a:prstGeom prst="line">
            <a:avLst/>
          </a:prstGeom>
          <a:noFill/>
          <a:ln w="25400">
            <a:solidFill>
              <a:srgbClr val="9BD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3055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945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07008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登录与验证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2313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支持登录、注册与二次验证，完成身份校验。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170078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7647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691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进入用户目录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1883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登录后自动定位到个人根目录，保证用户空间隔离。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213055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1945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87952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静默索引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87952" y="2313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递归扫描 WebDAV 目录，将元数据写入 Room。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170078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647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1691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搜索与预览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0" y="1883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就地完成关键词搜索、图片/音频/视频预览。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11696" y="213055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1945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68896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传输与协同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68896" y="2313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上传下载任务可视化，并可与 AI 助手结合文件问答。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3337560"/>
            <a:ext cx="3675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337560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5021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流程价值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0976" y="381304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将账号、文件、传输、媒体和检索打通为统一体验，减少页面切换与重复请求。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3337560"/>
            <a:ext cx="3675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337560"/>
            <a:ext cx="7315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5021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设计取向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73168" y="381304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本地索引负责速度，远端 WebDAV 负责一致性，系统下载器负责稳定性。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TECH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技术架构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架构以 Android 本地能力为核心，叠加网络访问、本地数据库与系统服务，保证高频场景稳定响应。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4864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表现层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28800" y="15636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Splash / Main / Register / FileList / Chat 等 Activity 与 RecyclerView 列表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5486400" cy="658368"/>
          </a:xfrm>
          <a:prstGeom prst="rect">
            <a:avLst/>
          </a:prstGeom>
          <a:solidFill>
            <a:srgbClr val="DFF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业务层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8800" y="236829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登录注册、文件列表控制、播放器逻辑、2FA、上传下载任务调度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026664"/>
            <a:ext cx="5486400" cy="658368"/>
          </a:xfrm>
          <a:prstGeom prst="rect">
            <a:avLst/>
          </a:prstGeom>
          <a:solidFill>
            <a:srgbClr val="ECFC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数据层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28800" y="317296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OkHttp 访问后端与 WebDAV，Room 存储用户与文件索引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831336"/>
            <a:ext cx="548640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基础设施层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28800" y="397764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DownloadManager、Media3 ExoPlayer、MediaPlayer、Glide、PhotoView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1517904"/>
            <a:ext cx="2103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517904"/>
            <a:ext cx="73152" cy="6949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1682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网络能力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47688" y="199339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OkHttp 负责 WebDAV 与后端 API 访问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359152"/>
            <a:ext cx="2103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2359152"/>
            <a:ext cx="73152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252374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数据能力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47688" y="283464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Room 维护用户表与文件索引表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3200400"/>
            <a:ext cx="21031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200400"/>
            <a:ext cx="731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33649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媒体能力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47688" y="367588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Media3 + MediaPlayer + Glide + PhotoView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04164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041648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420624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工程配置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47688" y="4517136"/>
            <a:ext cx="1792224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Gradle 构建 + BuildConfig 注入凭据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PRODUCT HIGHLIGHTS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核心亮点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亮点集中体现在用户隔离、性能体验、传输稳定性与安全增强四个方面。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490472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90472"/>
            <a:ext cx="73152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5506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用户空间隔离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1965960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以用户名作为根目录视图边界，回退导航自动防越界，保证不同用户数据互不干扰。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560320"/>
            <a:ext cx="73152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72491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本地秒级搜索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3035808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WebDAV 元数据写入 Room，本地检索绕开高频网络往返，同时复用索引做容量统计。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630168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630168"/>
            <a:ext cx="7315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79476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稳定传输体验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" y="410565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下载接入系统 DownloadManager，上传前校验空间余量，任务列表可实时反馈进度。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481328"/>
            <a:ext cx="393192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安全与体验增强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208483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475569"/>
                </a:solidFill>
              </a:rPr>
              <a:t>登录、改密、注销流程均可接入 2FA 验证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475569"/>
                </a:solidFill>
              </a:rPr>
              <a:t>图片支持缩放和滑动相册，视频支持横屏全屏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475569"/>
                </a:solidFill>
              </a:rPr>
              <a:t>音频支持后台播放、播放列表与多种播放模式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475569"/>
                </a:solidFill>
              </a:rPr>
              <a:t>内置 AI 助手入口，支持按文件上下文扩展智能问答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4864608" y="3547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亮点总结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3803904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产品能力完整度高，既满足课程/学习项目展示，也具备继续演进为实用型云盘客户端的基础。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</a:rPr>
              <a:t>DELIVERY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工程现状与后续规划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当前版本已经具备可运行、可演示、可扩展的基础，下一步重点在配置治理、体验细化与平台能力升级。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25786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08760"/>
            <a:ext cx="73152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7335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当前完成度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基础账号体系、文件管理、多媒体播放、任务管理、本地索引、在线更新均已具备。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2761488"/>
            <a:ext cx="257860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761488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工程可交付性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36976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Gradle 构建明确，APK 命名规则清晰，支持通过配置注入账号与 Token。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01568" y="1508760"/>
            <a:ext cx="23591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01568" y="150876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6733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优化方向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02736" y="198424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将 Config 与 URL 常量进一步统一到 BuildConfig，减少环境切换成本。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01568" y="2761488"/>
            <a:ext cx="23591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01568" y="2761488"/>
            <a:ext cx="73152" cy="10789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292608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优化方向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02736" y="3236976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面向 Android 10+ 逐步升级存储访问方案，降低旧权限依赖。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61888" y="1508760"/>
            <a:ext cx="23591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61888" y="1508760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6733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优化方向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63056" y="198424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把 AI 接口、错误处理与限额提示配置化，提升上线可维护性。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61888" y="2761488"/>
            <a:ext cx="23591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1888" y="2761488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92608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优化方向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3236976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针对大目录场景引入索引队列化与批处理，进一步优化性能。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建议汇报时的收束话术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4407408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本项目已完成从账号到文件消费的核心闭环，既展示了 Android 客户端开发能力，也体现了对真实云盘产品体验和系统设计的理解。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411480" y="473659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Cloud Disk | Android 云盘项目汇报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4663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F3FC"/>
                </a:solidFill>
              </a:rPr>
              <a:t>结论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Smart Cloud Disk 已具备完整汇报价值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AF7"/>
                </a:solidFill>
              </a:rPr>
              <a:t>它不是单一功能 Demo，而是具备产品逻辑、工程组织和扩展能力的移动端云盘应用。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6060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606040"/>
            <a:ext cx="73152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7706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产品层面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308152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覆盖账号、文件、媒体、传输、搜索、安全等关键场景。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26060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2606040"/>
            <a:ext cx="7315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7706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技术层面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08152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Android 原生能力与网络、数据库、播放器等组件协同清晰。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88736" y="26060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88736" y="2606040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27706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演进层面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9904" y="308152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具备继续接入更多存储能力、智能能力和工程规范的空间。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谢谢观看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46085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可直接用于课程答辩、项目汇报或阶段成果展示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SOLO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Cloud Disk 项目汇报</dc:title>
  <dc:subject>Smart Cloud Disk 项目汇报</dc:subject>
  <dc:creator>SOLO AI Assistant</dc:creator>
  <cp:lastModifiedBy>SOLO AI Assistant</cp:lastModifiedBy>
  <cp:revision>1</cp:revision>
  <dcterms:created xsi:type="dcterms:W3CDTF">2026-05-18T13:34:28Z</dcterms:created>
  <dcterms:modified xsi:type="dcterms:W3CDTF">2026-05-18T13:34:28Z</dcterms:modified>
</cp:coreProperties>
</file>